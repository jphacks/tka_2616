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</p:sldIdLst>
  <p:notesMasterIdLst>
    <p:notesMasterId r:id="rId7"/>
  </p:notesMaster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288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79076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75444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192345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767370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244803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662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3808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/>
              <a:t>0〜20秒。「食器洗い、あとでやろう」と思って、ためてしまうこと、ありませんか？ 私たちは、家事でキャラクターを育てるアプリを作りました。食器洗いの妖精、あわもんです。
[Sources]
画像・GIF：プロジェクト内 frontend/public/assets/*/pixel/ と art/qa/evolution/dishes/snap-126.png。仕様：backend/app/detection.py、vision.py、tasks.py。YOLOEは食器洗いのみ。GPTへの写真送信は同意時。
[/Sources]</a:t>
            </a:r>
          </a:p>
        </p:txBody>
      </p:sp>
      <p:sp>
        <p:nvSpPr>
          <p:cNvPr id="1467736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94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/>
              <a:t>20〜50秒。洗う前に一枚、終わったらもう一枚。YOLOEで食器を見つけ、GPTで前後の変化を確認します。写真だけでは分からないときは、自分で完了を記録できます。がんばりを重ねると、あわもんはこんな姿に進化します。休んでも弱らず、また会いに来られる相棒です。
[Sources]
画像・GIF：プロジェクト内 frontend/public/assets/*/pixel/ と art/qa/evolution/dishes/snap-126.png。仕様：backend/app/detection.py、vision.py、tasks.py。YOLOEは食器洗いのみ。GPTへの写真送信は同意時。
[/Sources]</a:t>
            </a:r>
          </a:p>
        </p:txBody>
      </p:sp>
      <p:sp>
        <p:nvSpPr>
          <p:cNvPr id="1547631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/>
              <a:t>50〜60秒。食材の活用でべじもん、料理でなべもん、洗濯でひなたもん。暮らしの家事に、それぞれのなかまがいます。最後に、動くところをご覧ください。
[Sources]
画像・GIF：プロジェクト内 frontend/public/assets/*/pixel/ と art/qa/evolution/dishes/snap-126.png。仕様：backend/app/detection.py、vision.py、tasks.py。YOLOEは食器洗いのみ。GPTへの写真送信は同意時。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5F5B51-C635-55DA-1584-19E7AB35F2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870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104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/>
              <a:t>60〜85秒。操作動画を約20秒再生し、最後の5秒で締める。「洗わなきゃ」を「この子を育てたい」に。毎日の小さな家事を、ちょっと楽しみにします。動画はまだ未挿入。現在の池の画像を差し替える。待ち時間を編集したら明記し、進化デモ機能を使う場合も明記。残り5秒は余裕。
[Sources]
画像・GIF：プロジェクト内 frontend/public/assets/*/pixel/ と art/qa/evolution/dishes/snap-126.png。仕様：backend/app/detection.py、vision.py、tasks.py。YOLOEは食器洗いのみ。GPTへの写真送信は同意時。
[/Sources]</a:t>
            </a:r>
          </a:p>
        </p:txBody>
      </p:sp>
      <p:sp>
        <p:nvSpPr>
          <p:cNvPr id="430010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Evolution1" Type="http://schemas.openxmlformats.org/officeDocument/2006/relationships/image" Target="../media/awamon-evolution-1.gif"/><Relationship Id="rIdEvolution2" Type="http://schemas.openxmlformats.org/officeDocument/2006/relationships/image" Target="../media/awamon-evolution-2.gif"/><Relationship Id="rIdEvolution3" Type="http://schemas.openxmlformats.org/officeDocument/2006/relationships/image" Target="../media/awamon-evolution-3.gif"/><Relationship Id="rIdEvolution4" Type="http://schemas.openxmlformats.org/officeDocument/2006/relationships/image" Target="../media/awamon-evolution-4.gif"/><Relationship Id="rIdEvolution5" Type="http://schemas.openxmlformats.org/officeDocument/2006/relationships/image" Target="../media/awamon-evolution-5.gif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E0ED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776492" name="Text 0"/>
          <p:cNvSpPr/>
          <p:nvPr/>
        </p:nvSpPr>
        <p:spPr bwMode="auto"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JPHACKS 2026  /  TOKYO A</a:t>
            </a:r>
            <a:endParaRPr lang="en-US" sz="1200"/>
          </a:p>
        </p:txBody>
      </p:sp>
      <p:sp>
        <p:nvSpPr>
          <p:cNvPr id="1578699929" name="Text 1"/>
          <p:cNvSpPr/>
          <p:nvPr/>
        </p:nvSpPr>
        <p:spPr bwMode="auto"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01</a:t>
            </a:r>
            <a:endParaRPr lang="en-US" sz="1200"/>
          </a:p>
        </p:txBody>
      </p:sp>
      <p:sp>
        <p:nvSpPr>
          <p:cNvPr id="1382739739" name="Text 2"/>
          <p:cNvSpPr/>
          <p:nvPr/>
        </p:nvSpPr>
        <p:spPr bwMode="auto">
          <a:xfrm>
            <a:off x="594360" y="123444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家事で</a:t>
            </a:r>
            <a:endParaRPr lang="en-US" sz="4800"/>
          </a:p>
          <a:p>
            <a:pPr marL="0" indent="0">
              <a:buNone/>
              <a:defRPr/>
            </a:pPr>
            <a:r>
              <a:rPr lang="en-US" sz="48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この子を育てる。</a:t>
            </a:r>
            <a:endParaRPr lang="en-US" sz="4800"/>
          </a:p>
        </p:txBody>
      </p:sp>
      <p:sp>
        <p:nvSpPr>
          <p:cNvPr id="108307905" name="Text 3"/>
          <p:cNvSpPr/>
          <p:nvPr/>
        </p:nvSpPr>
        <p:spPr bwMode="auto">
          <a:xfrm>
            <a:off x="630936" y="37033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「あとで洗おう」を、</a:t>
            </a:r>
            <a:endParaRPr lang="en-US" sz="2700"/>
          </a:p>
          <a:p>
            <a:pPr marL="0" indent="0">
              <a:buNone/>
              <a:defRPr/>
            </a:pPr>
            <a:r>
              <a:rPr lang="en-US" sz="27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「この子に会いたい」に。</a:t>
            </a:r>
            <a:endParaRPr lang="en-US" sz="2700"/>
          </a:p>
        </p:txBody>
      </p:sp>
      <p:sp>
        <p:nvSpPr>
          <p:cNvPr id="1324969257" name="Text 4"/>
          <p:cNvSpPr/>
          <p:nvPr/>
        </p:nvSpPr>
        <p:spPr bwMode="auto">
          <a:xfrm flipH="0" flipV="0">
            <a:off x="7909559" y="5539539"/>
            <a:ext cx="37330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食器洗いの妖精、あわもん</a:t>
            </a:r>
            <a:endParaRPr lang="en-US" sz="2000"/>
          </a:p>
        </p:txBody>
      </p:sp>
      <p:pic>
        <p:nvPicPr>
          <p:cNvPr id="1452641829" name="Image 0" descr="/tmp/yuruchara-pitch/awamon-hero.gif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07649" y="1280160"/>
            <a:ext cx="3912781" cy="4206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E0ED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833355" name="Text 0"/>
          <p:cNvSpPr/>
          <p:nvPr/>
        </p:nvSpPr>
        <p:spPr bwMode="auto"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JPHACKS 2026  /  TOKYO A</a:t>
            </a:r>
            <a:endParaRPr lang="en-US" sz="1200"/>
          </a:p>
        </p:txBody>
      </p:sp>
      <p:sp>
        <p:nvSpPr>
          <p:cNvPr id="1603790056" name="Text 1"/>
          <p:cNvSpPr/>
          <p:nvPr/>
        </p:nvSpPr>
        <p:spPr bwMode="auto"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02</a:t>
            </a:r>
            <a:endParaRPr lang="en-US" sz="1200"/>
          </a:p>
        </p:txBody>
      </p:sp>
      <p:sp>
        <p:nvSpPr>
          <p:cNvPr id="169933023" name="Text 2"/>
          <p:cNvSpPr/>
          <p:nvPr/>
        </p:nvSpPr>
        <p:spPr bwMode="auto">
          <a:xfrm>
            <a:off x="594360" y="98755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食器洗いで、この子が育つ。</a:t>
            </a:r>
          </a:p>
        </p:txBody>
      </p:sp>
      <p:sp>
        <p:nvSpPr>
          <p:cNvPr id="970198584" name="Text 3"/>
          <p:cNvSpPr/>
          <p:nvPr/>
        </p:nvSpPr>
        <p:spPr bwMode="auto">
          <a:xfrm>
            <a:off x="6400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01</a:t>
            </a:r>
            <a:endParaRPr lang="en-US" sz="2200"/>
          </a:p>
        </p:txBody>
      </p:sp>
      <p:sp>
        <p:nvSpPr>
          <p:cNvPr id="340902208" name="Text 4"/>
          <p:cNvSpPr/>
          <p:nvPr/>
        </p:nvSpPr>
        <p:spPr bwMode="auto">
          <a:xfrm>
            <a:off x="64008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前後を撮る</a:t>
            </a:r>
            <a:endParaRPr lang="en-US" sz="2700"/>
          </a:p>
        </p:txBody>
      </p:sp>
      <p:sp>
        <p:nvSpPr>
          <p:cNvPr id="1277507725" name="Text 5"/>
          <p:cNvSpPr/>
          <p:nvPr/>
        </p:nvSpPr>
        <p:spPr bwMode="auto">
          <a:xfrm>
            <a:off x="45262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02</a:t>
            </a:r>
            <a:endParaRPr lang="en-US" sz="2200"/>
          </a:p>
        </p:txBody>
      </p:sp>
      <p:sp>
        <p:nvSpPr>
          <p:cNvPr id="1449829541" name="Text 6"/>
          <p:cNvSpPr/>
          <p:nvPr/>
        </p:nvSpPr>
        <p:spPr bwMode="auto">
          <a:xfrm>
            <a:off x="452628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変化を確認</a:t>
            </a:r>
            <a:endParaRPr lang="en-US" sz="2700"/>
          </a:p>
        </p:txBody>
      </p:sp>
      <p:sp>
        <p:nvSpPr>
          <p:cNvPr id="292235891" name="Text 7"/>
          <p:cNvSpPr/>
          <p:nvPr/>
        </p:nvSpPr>
        <p:spPr bwMode="auto">
          <a:xfrm>
            <a:off x="83667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03</a:t>
            </a:r>
            <a:endParaRPr lang="en-US" sz="2200"/>
          </a:p>
        </p:txBody>
      </p:sp>
      <p:sp>
        <p:nvSpPr>
          <p:cNvPr id="148912256" name="Text 8"/>
          <p:cNvSpPr/>
          <p:nvPr/>
        </p:nvSpPr>
        <p:spPr bwMode="auto">
          <a:xfrm>
            <a:off x="836676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あわもんが育つ</a:t>
            </a:r>
          </a:p>
        </p:txBody>
      </p:sp>
      <p:sp>
        <p:nvSpPr>
          <p:cNvPr id="267117923" name="Text 9"/>
          <p:cNvSpPr/>
          <p:nvPr/>
        </p:nvSpPr>
        <p:spPr bwMode="auto">
          <a:xfrm>
            <a:off x="640080" y="332841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スマホで2枚、パシャリ。</a:t>
            </a:r>
            <a:endParaRPr lang="en-US" sz="1800"/>
          </a:p>
        </p:txBody>
      </p:sp>
      <p:sp>
        <p:nvSpPr>
          <p:cNvPr id="1931567774" name="Text 10"/>
          <p:cNvSpPr/>
          <p:nvPr/>
        </p:nvSpPr>
        <p:spPr bwMode="auto">
          <a:xfrm>
            <a:off x="4526280" y="33284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YOLOE：食器を検出</a:t>
            </a:r>
            <a:endParaRPr lang="en-US" sz="1800"/>
          </a:p>
          <a:p>
            <a:pPr marL="0" indent="0">
              <a:buNone/>
              <a:defRPr/>
            </a:pPr>
            <a:r>
              <a:rPr lang="en-US" sz="18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GPT：前後の変化を確認</a:t>
            </a:r>
            <a:endParaRPr lang="en-US" sz="1800"/>
          </a:p>
        </p:txBody>
      </p:sp>
      <p:sp>
        <p:nvSpPr>
          <p:cNvPr id="213680901" name="Text 11"/>
          <p:cNvSpPr/>
          <p:nvPr/>
        </p:nvSpPr>
        <p:spPr bwMode="auto">
          <a:xfrm>
            <a:off x="8366760" y="33284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家事の記録が、成長に。</a:t>
            </a:r>
            <a:endParaRPr lang="en-US" sz="1800"/>
          </a:p>
        </p:txBody>
      </p:sp>
      <p:sp>
        <p:nvSpPr>
          <p:cNvPr id="1688083523" name="Text 12"/>
          <p:cNvSpPr/>
          <p:nvPr/>
        </p:nvSpPr>
        <p:spPr bwMode="auto">
          <a:xfrm>
            <a:off x="37033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en-US" sz="2800"/>
          </a:p>
        </p:txBody>
      </p:sp>
      <p:sp>
        <p:nvSpPr>
          <p:cNvPr id="183465688" name="Text 13"/>
          <p:cNvSpPr/>
          <p:nvPr/>
        </p:nvSpPr>
        <p:spPr bwMode="auto">
          <a:xfrm>
            <a:off x="75895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en-US" sz="2800"/>
          </a:p>
        </p:txBody>
      </p:sp>
      <p:pic>
        <p:nvPicPr>
          <p:cNvPr id="900001" name="Awamon evolution level 1" descr="/tmp/yuruchara-pitch/awamon-small.gif"/>
          <p:cNvPicPr>
            <a:picLocks noChangeAspect="1"/>
          </p:cNvPicPr>
          <p:nvPr/>
        </p:nvPicPr>
        <p:blipFill rotWithShape="1">
          <a:blip r:embed="rIdEvolution1"/>
          <a:stretch/>
        </p:blipFill>
        <p:spPr bwMode="auto">
          <a:xfrm>
            <a:off x="909256" y="4480560"/>
            <a:ext cx="1381887" cy="1417320"/>
          </a:xfrm>
          <a:prstGeom prst="rect">
            <a:avLst/>
          </a:prstGeom>
        </p:spPr>
      </p:pic>
      <p:sp>
        <p:nvSpPr>
          <p:cNvPr id="900002" name="Revised text 900002"/>
          <p:cNvSpPr/>
          <p:nvPr/>
        </p:nvSpPr>
        <p:spPr bwMode="auto">
          <a:xfrm>
            <a:off x="1188720" y="5989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Lv.1</a:t>
            </a:r>
          </a:p>
        </p:txBody>
      </p:sp>
      <p:sp>
        <p:nvSpPr>
          <p:cNvPr id="900003" name="Revised text 900003"/>
          <p:cNvSpPr/>
          <p:nvPr/>
        </p:nvSpPr>
        <p:spPr bwMode="auto">
          <a:xfrm>
            <a:off x="2606040" y="4983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pic>
        <p:nvPicPr>
          <p:cNvPr id="900004" name="Awamon evolution level 2" descr="/tmp/yuruchara-pitch/awamon-small.gif"/>
          <p:cNvPicPr>
            <a:picLocks noChangeAspect="1"/>
          </p:cNvPicPr>
          <p:nvPr/>
        </p:nvPicPr>
        <p:blipFill rotWithShape="1">
          <a:blip r:embed="rIdEvolution2"/>
          <a:stretch/>
        </p:blipFill>
        <p:spPr bwMode="auto">
          <a:xfrm>
            <a:off x="3197742" y="4480560"/>
            <a:ext cx="1285476" cy="1417320"/>
          </a:xfrm>
          <a:prstGeom prst="rect">
            <a:avLst/>
          </a:prstGeom>
        </p:spPr>
      </p:pic>
      <p:sp>
        <p:nvSpPr>
          <p:cNvPr id="900005" name="Revised text 900005"/>
          <p:cNvSpPr/>
          <p:nvPr/>
        </p:nvSpPr>
        <p:spPr bwMode="auto">
          <a:xfrm>
            <a:off x="3429000" y="5989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Lv.2</a:t>
            </a:r>
          </a:p>
        </p:txBody>
      </p:sp>
      <p:sp>
        <p:nvSpPr>
          <p:cNvPr id="900006" name="Revised text 900006"/>
          <p:cNvSpPr/>
          <p:nvPr/>
        </p:nvSpPr>
        <p:spPr bwMode="auto">
          <a:xfrm>
            <a:off x="4846320" y="4983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pic>
        <p:nvPicPr>
          <p:cNvPr id="900007" name="Awamon evolution level 3" descr="/tmp/yuruchara-pitch/awamon-small.gif"/>
          <p:cNvPicPr>
            <a:picLocks noChangeAspect="1"/>
          </p:cNvPicPr>
          <p:nvPr/>
        </p:nvPicPr>
        <p:blipFill rotWithShape="1">
          <a:blip r:embed="rIdEvolution3"/>
          <a:stretch/>
        </p:blipFill>
        <p:spPr bwMode="auto">
          <a:xfrm>
            <a:off x="5309108" y="4480560"/>
            <a:ext cx="1543304" cy="1417320"/>
          </a:xfrm>
          <a:prstGeom prst="rect">
            <a:avLst/>
          </a:prstGeom>
        </p:spPr>
      </p:pic>
      <p:sp>
        <p:nvSpPr>
          <p:cNvPr id="900008" name="Revised text 900008"/>
          <p:cNvSpPr/>
          <p:nvPr/>
        </p:nvSpPr>
        <p:spPr bwMode="auto">
          <a:xfrm>
            <a:off x="5669280" y="5989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Lv.3</a:t>
            </a:r>
          </a:p>
        </p:txBody>
      </p:sp>
      <p:sp>
        <p:nvSpPr>
          <p:cNvPr id="900009" name="Revised text 900009"/>
          <p:cNvSpPr/>
          <p:nvPr/>
        </p:nvSpPr>
        <p:spPr bwMode="auto">
          <a:xfrm>
            <a:off x="7086600" y="4983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pic>
        <p:nvPicPr>
          <p:cNvPr id="900010" name="Awamon evolution level 4" descr="/tmp/yuruchara-pitch/awamon-small.gif"/>
          <p:cNvPicPr>
            <a:picLocks noChangeAspect="1"/>
          </p:cNvPicPr>
          <p:nvPr/>
        </p:nvPicPr>
        <p:blipFill rotWithShape="1">
          <a:blip r:embed="rIdEvolution4"/>
          <a:stretch/>
        </p:blipFill>
        <p:spPr bwMode="auto">
          <a:xfrm>
            <a:off x="7549388" y="4480560"/>
            <a:ext cx="1543304" cy="1417320"/>
          </a:xfrm>
          <a:prstGeom prst="rect">
            <a:avLst/>
          </a:prstGeom>
        </p:spPr>
      </p:pic>
      <p:sp>
        <p:nvSpPr>
          <p:cNvPr id="900011" name="Revised text 900011"/>
          <p:cNvSpPr/>
          <p:nvPr/>
        </p:nvSpPr>
        <p:spPr bwMode="auto">
          <a:xfrm>
            <a:off x="7909560" y="5989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Lv.4</a:t>
            </a:r>
          </a:p>
        </p:txBody>
      </p:sp>
      <p:sp>
        <p:nvSpPr>
          <p:cNvPr id="900012" name="Revised text 900012"/>
          <p:cNvSpPr/>
          <p:nvPr/>
        </p:nvSpPr>
        <p:spPr bwMode="auto">
          <a:xfrm>
            <a:off x="9326880" y="4983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pic>
        <p:nvPicPr>
          <p:cNvPr id="900013" name="Awamon evolution level 5" descr="/tmp/yuruchara-pitch/awamon-small.gif"/>
          <p:cNvPicPr>
            <a:picLocks noChangeAspect="1"/>
          </p:cNvPicPr>
          <p:nvPr/>
        </p:nvPicPr>
        <p:blipFill rotWithShape="1">
          <a:blip r:embed="rIdEvolution5"/>
          <a:stretch/>
        </p:blipFill>
        <p:spPr bwMode="auto">
          <a:xfrm>
            <a:off x="9811776" y="4480560"/>
            <a:ext cx="1499088" cy="1417320"/>
          </a:xfrm>
          <a:prstGeom prst="rect">
            <a:avLst/>
          </a:prstGeom>
        </p:spPr>
      </p:pic>
      <p:sp>
        <p:nvSpPr>
          <p:cNvPr id="900014" name="Revised text 900014"/>
          <p:cNvSpPr/>
          <p:nvPr/>
        </p:nvSpPr>
        <p:spPr bwMode="auto">
          <a:xfrm>
            <a:off x="10149840" y="5989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Lv.5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0ED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178441" name="Image 1" descr="/tmp/yuruchara-pitch/ingredients-small.gif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0120" y="2148840"/>
            <a:ext cx="2423160" cy="2423160"/>
          </a:xfrm>
          <a:prstGeom prst="rect">
            <a:avLst/>
          </a:prstGeom>
        </p:spPr>
      </p:pic>
      <p:sp>
        <p:nvSpPr>
          <p:cNvPr id="2016850424" name="Text 15"/>
          <p:cNvSpPr/>
          <p:nvPr/>
        </p:nvSpPr>
        <p:spPr bwMode="auto">
          <a:xfrm>
            <a:off x="96012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食材活用</a:t>
            </a:r>
          </a:p>
        </p:txBody>
      </p:sp>
      <p:pic>
        <p:nvPicPr>
          <p:cNvPr id="803394566" name="Image 2" descr="/tmp/yuruchara-pitch/cooking-small.gif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63440" y="2544458"/>
            <a:ext cx="2423160" cy="1631923"/>
          </a:xfrm>
          <a:prstGeom prst="rect">
            <a:avLst/>
          </a:prstGeom>
        </p:spPr>
      </p:pic>
      <p:sp>
        <p:nvSpPr>
          <p:cNvPr id="213116927" name="Text 16"/>
          <p:cNvSpPr/>
          <p:nvPr/>
        </p:nvSpPr>
        <p:spPr bwMode="auto">
          <a:xfrm>
            <a:off x="466344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料理</a:t>
            </a:r>
          </a:p>
        </p:txBody>
      </p:sp>
      <p:pic>
        <p:nvPicPr>
          <p:cNvPr id="645259746" name="Image 3" descr="/tmp/yuruchara-pitch/laundry-small.gif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56813" y="2148840"/>
            <a:ext cx="2043055" cy="2423160"/>
          </a:xfrm>
          <a:prstGeom prst="rect">
            <a:avLst/>
          </a:prstGeom>
        </p:spPr>
      </p:pic>
      <p:sp>
        <p:nvSpPr>
          <p:cNvPr id="1145122847" name="Text 17"/>
          <p:cNvSpPr/>
          <p:nvPr/>
        </p:nvSpPr>
        <p:spPr bwMode="auto">
          <a:xfrm>
            <a:off x="836676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洗濯</a:t>
            </a:r>
          </a:p>
        </p:txBody>
      </p:sp>
      <p:sp>
        <p:nvSpPr>
          <p:cNvPr id="900015" name="Revised text 900015"/>
          <p:cNvSpPr/>
          <p:nvPr/>
        </p:nvSpPr>
        <p:spPr bwMode="auto"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JPHACKS 2026  /  TOKYO A</a:t>
            </a:r>
          </a:p>
        </p:txBody>
      </p:sp>
      <p:sp>
        <p:nvSpPr>
          <p:cNvPr id="900016" name="Revised text 900016"/>
          <p:cNvSpPr/>
          <p:nvPr/>
        </p:nvSpPr>
        <p:spPr bwMode="auto"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900017" name="Revised text 900017"/>
          <p:cNvSpPr/>
          <p:nvPr/>
        </p:nvSpPr>
        <p:spPr bwMode="auto">
          <a:xfrm>
            <a:off x="594360" y="98755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ほかの家事にも、育つなかま。</a:t>
            </a:r>
          </a:p>
        </p:txBody>
      </p:sp>
      <p:sp>
        <p:nvSpPr>
          <p:cNvPr id="900018" name="Revised text 900018"/>
          <p:cNvSpPr/>
          <p:nvPr/>
        </p:nvSpPr>
        <p:spPr bwMode="auto">
          <a:xfrm>
            <a:off x="96012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べじもん</a:t>
            </a:r>
          </a:p>
        </p:txBody>
      </p:sp>
      <p:sp>
        <p:nvSpPr>
          <p:cNvPr id="900019" name="Revised text 900019"/>
          <p:cNvSpPr/>
          <p:nvPr/>
        </p:nvSpPr>
        <p:spPr bwMode="auto">
          <a:xfrm>
            <a:off x="466344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なべもん</a:t>
            </a:r>
          </a:p>
        </p:txBody>
      </p:sp>
      <p:sp>
        <p:nvSpPr>
          <p:cNvPr id="900020" name="Revised text 900020"/>
          <p:cNvSpPr/>
          <p:nvPr/>
        </p:nvSpPr>
        <p:spPr bwMode="auto">
          <a:xfrm>
            <a:off x="836676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ひなたもん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E0ED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75067" name="Text 0"/>
          <p:cNvSpPr/>
          <p:nvPr/>
        </p:nvSpPr>
        <p:spPr bwMode="auto"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JPHACKS 2026  /  TOKYO A</a:t>
            </a:r>
            <a:endParaRPr lang="en-US" sz="1200"/>
          </a:p>
        </p:txBody>
      </p:sp>
      <p:sp>
        <p:nvSpPr>
          <p:cNvPr id="760380994" name="Text 1"/>
          <p:cNvSpPr/>
          <p:nvPr/>
        </p:nvSpPr>
        <p:spPr bwMode="auto"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1444892725" name="Text 2"/>
          <p:cNvSpPr/>
          <p:nvPr/>
        </p:nvSpPr>
        <p:spPr bwMode="auto">
          <a:xfrm>
            <a:off x="59436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334E68"/>
                </a:solidFill>
                <a:latin typeface="Noto Sans CJK JP"/>
                <a:ea typeface="Noto Sans CJK JP"/>
                <a:cs typeface="Noto Sans CJK JP"/>
              </a:rPr>
              <a:t>ひと洗い、ひと育ち。</a:t>
            </a:r>
            <a:endParaRPr lang="en-US" sz="4000"/>
          </a:p>
        </p:txBody>
      </p:sp>
      <p:pic>
        <p:nvPicPr>
          <p:cNvPr id="763702729" name="Image 0" descr="/tmp/yuruchara-pitch/pon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03576" y="1828800"/>
            <a:ext cx="6781800" cy="4069080"/>
          </a:xfrm>
          <a:prstGeom prst="rect">
            <a:avLst/>
          </a:prstGeom>
        </p:spPr>
      </p:pic>
      <p:sp>
        <p:nvSpPr>
          <p:cNvPr id="242216597" name="Text 3"/>
          <p:cNvSpPr/>
          <p:nvPr/>
        </p:nvSpPr>
        <p:spPr bwMode="auto">
          <a:xfrm>
            <a:off x="594360" y="6053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446F93"/>
                </a:solidFill>
                <a:latin typeface="Noto Sans CJK JP"/>
                <a:ea typeface="Noto Sans CJK JP"/>
                <a:cs typeface="Noto Sans CJK JP"/>
              </a:rPr>
              <a:t>「洗わなきゃ」が、ちょっと楽しみに。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Arial"/>
        <a:cs typeface="Arial"/>
      </a:majorFont>
      <a:minorFont>
        <a:latin typeface="Noto Sans CJK JP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>JPHACKS project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家事が、この子を育てる。</dc:title>
  <dc:subject>JPHACKS 2026 東京A・90秒ピッチ</dc:subject>
  <dc:creator>くらしもん</dc:creator>
  <cp:lastModifiedBy/>
  <cp:revision>2</cp:revision>
  <dcterms:created xsi:type="dcterms:W3CDTF">2026-10-18T04:28:49Z</dcterms:created>
  <dcterms:modified xsi:type="dcterms:W3CDTF">2026-10-18T04:53:12Z</dcterms:modified>
</cp:coreProperties>
</file>
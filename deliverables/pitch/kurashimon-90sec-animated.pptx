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目安 0〜25秒。
「食器洗い、あとでやろう」と思って、ためてしまうこと、ありませんか？ 私たちは、面倒な家事を、キャラクターを育てる楽しみに変えるアプリを作りました。この子は、食器洗いで育つ「あわもん」です。
[Sources]
キャラ画像・アニメーション：frontend/public/assets/awamon/pixel/ のform-2.png、wave-2.png、idle-2.png、happy-2.png（プロジェクト内の実装素材）。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目安 25〜55秒。
洗う前に一枚、終わったらもう一枚。YOLOEで食器を見つけ、GPTが前後の写真の変化を確認します。判断しきれないときは、自分で完了を記録できます。がんばった分だけ、姿や景色が育ちます。食材の活用、料理、洗濯にも、それぞれのなかまがいます。では、実際に動くところをご覧ください。
[Sources]
仕様：backend/app/detection.py、backend/app/vision.py、backend/app/tasks.py。YOLOEは食器洗いのみ。GPTへの写真送信は同意時のみ。
画像・アニメーション：frontend/public/assets/{awamon,ingredients,cooking,laundry}/pixel/ のform-1.png、idle-1.pngとbubble/wave/dance/happy-1.png。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目安 55〜85秒。動画を最後に約25秒再生し、進化の余韻で締める。
録画案：前写真・食器検出5秒 → 後写真・完了7秒 → 成長・進化8秒 → 喜ぶ様子5秒。通信待ちを編集する場合は動画内に「待機時間を短縮」と表示。実際に完了した操作を録画し、進化をデモ機能で起こす場合は「進化演出デモ」と明示する。
締め：「洗わなきゃ」を「この子を育てたい」に。毎日の小さな家事を、ちょっと楽しみにします。
動画未提供のため、現時点はアプリの実描画画像を表示。PowerPointの挿入→ビデオで画像位置に動画を置くか、PITCH_VIDEO=/absolute/path/demo.mp4 node tools/pitch/build.cjs で再生成。
[Sources]
実装の描画画像：art/qa/evolution/dishes/snap-126.png。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gif"/><Relationship Id="rId2" Type="http://schemas.openxmlformats.org/officeDocument/2006/relationships/image" Target="../media/image-2-2.gif"/><Relationship Id="rId3" Type="http://schemas.openxmlformats.org/officeDocument/2006/relationships/image" Target="../media/image-2-3.gif"/><Relationship Id="rId4" Type="http://schemas.openxmlformats.org/officeDocument/2006/relationships/image" Target="../media/image-2-4.gif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JPHACKS 2026  /  TOKYO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64240" y="6373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家事が、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この子を育てる。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30936" y="370332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「あとで洗おう」を、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「この子に会いたい」に。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0936" y="5715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あわもんと、暮らしのなかまたち</a:t>
            </a:r>
            <a:endParaRPr lang="en-US" sz="2000" dirty="0"/>
          </a:p>
        </p:txBody>
      </p:sp>
      <p:pic>
        <p:nvPicPr>
          <p:cNvPr id="7" name="Image 0" descr="/tmp/yuruchara-pitch/awamon-hero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649" y="1280160"/>
            <a:ext cx="3912781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JPHACKS 2026  /  TOKYO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64240" y="6373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撮って、できた！で、育っていく。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660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前後を撮る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262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26280" y="2660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変化を確認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36676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366760" y="2660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なかまが育つ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" y="332841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スマホで2枚、パシャリ。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332841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YOLOE：食器を検出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GPT：前後の変化を確認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33284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家事の記録が、成長に。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58952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800" dirty="0"/>
          </a:p>
        </p:txBody>
      </p:sp>
      <p:pic>
        <p:nvPicPr>
          <p:cNvPr id="16" name="Image 0" descr="/tmp/yuruchara-pitch/awamon-small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690989"/>
            <a:ext cx="1143000" cy="99646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965960" y="49651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食器洗い</a:t>
            </a:r>
            <a:endParaRPr lang="en-US" sz="2000" dirty="0"/>
          </a:p>
        </p:txBody>
      </p:sp>
      <p:pic>
        <p:nvPicPr>
          <p:cNvPr id="18" name="Image 1" descr="/tmp/yuruchara-pitch/ingredients-small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617720"/>
            <a:ext cx="1143000" cy="11430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09160" y="49651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食材活用</a:t>
            </a:r>
            <a:endParaRPr lang="en-US" sz="2000" dirty="0"/>
          </a:p>
        </p:txBody>
      </p:sp>
      <p:pic>
        <p:nvPicPr>
          <p:cNvPr id="20" name="Image 2" descr="/tmp/yuruchara-pitch/cooking-small.g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804332"/>
            <a:ext cx="1143000" cy="7697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52360" y="49651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料理</a:t>
            </a:r>
            <a:endParaRPr lang="en-US" sz="2000" dirty="0"/>
          </a:p>
        </p:txBody>
      </p:sp>
      <p:pic>
        <p:nvPicPr>
          <p:cNvPr id="22" name="Image 3" descr="/tmp/yuruchara-pitch/laundry-small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047" y="4617720"/>
            <a:ext cx="963706" cy="1143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195560" y="49651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洗濯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0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JPHACKS 2026  /  TOKYO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64240" y="6373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ひと洗い、ひと育ち。</a:t>
            </a:r>
            <a:endParaRPr lang="en-US" sz="4000" dirty="0"/>
          </a:p>
        </p:txBody>
      </p:sp>
      <p:pic>
        <p:nvPicPr>
          <p:cNvPr id="5" name="Image 0" descr="/tmp/yuruchara-pitch/p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3576" y="1828800"/>
            <a:ext cx="678180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053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「洗わなきゃ」が、ちょっと楽しみに。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JPHACKS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家事が、この子を育てる。</dc:title>
  <dc:subject>JPHACKS 2026 東京A・90秒ピッチ</dc:subject>
  <dc:creator>くらしもん</dc:creator>
  <cp:lastModifiedBy>くらしもん</cp:lastModifiedBy>
  <cp:revision>1</cp:revision>
  <dcterms:created xsi:type="dcterms:W3CDTF">2026-10-18T04:28:49Z</dcterms:created>
  <dcterms:modified xsi:type="dcterms:W3CDTF">2026-10-18T04:28:49Z</dcterms:modified>
</cp:coreProperties>
</file>